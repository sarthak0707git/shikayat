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0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111827"/>
                </a:solidFill>
                <a:latin typeface="Arial"/>
              </a:rPr>
              <a:t>Shikayat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71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6B7280"/>
                </a:solidFill>
                <a:latin typeface="Arial"/>
              </a:rPr>
              <a:t>Campus complaints that 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9319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A student writes a complaint in English, Hinglish or Hindi. Gemma 4 buckets it,
spots the duplicates, and asks back when it is unsure.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15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Sarthak Shrivastava  ·  Vedant  ·  Sumagna Das  ·  Devanshu Sabharwal  ·  Neil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OpenLake × MLH Hack Day  ·  IIT Bhilai  ·  10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Complaint portals already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They make you fill forms.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Dropdowns, required fields, a login. So students stop bothering and complain in the hostel WhatsApp group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860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And they bury wardens in duplicates.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Forty students report the same dead Wi-Fi forty times. Nobody can tell which problem is actually the biggest.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634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498348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Arial"/>
              </a:rPr>
              <a:t>Nobody counts. So the loudest complaint wins, not the most common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586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One board, ranked by how much it hurts.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11827"/>
                </a:solidFill>
                <a:latin typeface="Arial"/>
              </a:rPr>
              <a:t>46 complaints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39 open · 7 escalated</a:t>
            </a:r>
          </a:p>
          <a:p>
            <a:pPr algn="l">
              <a:lnSpc>
                <a:spcPct val="125000"/>
              </a:lnSpc>
            </a:pPr>
            <a:endParaRPr sz="1500" b="0">
              <a:solidFill>
                <a:srgbClr val="6B728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Arial"/>
              </a:rPr>
              <a:t>priority = reports × severity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Computed in code, never by the model. An issue escalates at 5 reports, or instantly if it is a safety risk.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6B728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Arial"/>
              </a:rPr>
              <a:t>15 buckets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Each authority — Hostel Office, Mess Committee, IT Cell — sees only its own queue.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34C842-9589-D39B-3CDB-01DB1A5A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42" y="1920240"/>
            <a:ext cx="7181560" cy="39659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PART NOBODY ELSE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Gemma asks back when it is unsure.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A vague report would normally be filed and ignored: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97480"/>
            <a:ext cx="49377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9260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7280"/>
                </a:solidFill>
                <a:latin typeface="Arial"/>
              </a:rPr>
              <a:t>Student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AC se paani tapak raha hai</a:t>
            </a:r>
          </a:p>
          <a:p>
            <a:pPr algn="l">
              <a:lnSpc>
                <a:spcPct val="120000"/>
              </a:lnSpc>
            </a:pPr>
            <a:endParaRPr sz="1700" b="0">
              <a:solidFill>
                <a:srgbClr val="111827"/>
              </a:solidFill>
              <a:latin typeface="Arial"/>
            </a:endParaRP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Gemma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46E5"/>
                </a:solidFill>
                <a:latin typeface="Arial"/>
              </a:rPr>
              <a:t>Kaunse hostel aur kis room mein AC se paani tapak raha hai?</a:t>
            </a:r>
          </a:p>
          <a:p>
            <a:pPr algn="l">
              <a:lnSpc>
                <a:spcPct val="120000"/>
              </a:lnSpc>
            </a:pPr>
            <a:endParaRPr sz="1700" b="0">
              <a:solidFill>
                <a:srgbClr val="4F46E5"/>
              </a:solidFill>
              <a:latin typeface="Arial"/>
            </a:endParaRP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7280"/>
                </a:solidFill>
                <a:latin typeface="Arial"/>
              </a:rPr>
              <a:t>Student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BH2 E207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9456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11827"/>
                </a:solidFill>
                <a:latin typeface="Arial"/>
              </a:rPr>
              <a:t>It replies in the student's own language.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Hinglish in, Hinglish out. One short question, at most two per report — a limit our code enforces, not a rule we hope the model follows.</a:t>
            </a:r>
          </a:p>
          <a:p>
            <a:pPr algn="l">
              <a:lnSpc>
                <a:spcPct val="125000"/>
              </a:lnSpc>
            </a:pPr>
            <a:endParaRPr sz="1500" b="0">
              <a:solidFill>
                <a:srgbClr val="6B728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11827"/>
                </a:solidFill>
                <a:latin typeface="Arial"/>
              </a:rPr>
              <a:t>It knows what it already has.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Before deciding, it searches the open complaints. Same issue, same place → merged, and the count goes up. Different room → a new complaint.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576072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Filed as #47 in the Hostel Office queue — BH2 (Gopad), room E207.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How we use Gemma 4.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Arial"/>
              </a:rPr>
              <a:t>gemma-4-26b-a4b-it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through the Gemini API, with the google-genai package. Every call in the project goes through one helper.</a:t>
            </a:r>
          </a:p>
          <a:p>
            <a:pPr algn="l">
              <a:lnSpc>
                <a:spcPct val="125000"/>
              </a:lnSpc>
            </a:pPr>
            <a:endParaRPr sz="1500" b="0">
              <a:solidFill>
                <a:srgbClr val="6B728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111827"/>
                </a:solidFill>
                <a:latin typeface="Arial"/>
              </a:rPr>
              <a:t>Two calls per complaint.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One to pick a bucket and look for duplicates. One to decide: file, merge, ask or reject. The starter's loop would have taken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2487168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Courier New"/>
              </a:rPr>
              <a:t># gemma_client.py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ourier New"/>
              </a:rPr>
              <a:t>client.models.generate_content(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5B4FC"/>
                </a:solidFill>
                <a:latin typeface="Courier New"/>
              </a:rPr>
              <a:t>    model="gemma-4-26b-a4b-it",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ourier New"/>
              </a:rPr>
              <a:t>    contents=contents, config=config)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1148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The model never decides: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priority · escalation · complaint ids · how many questions it may ask</a:t>
            </a:r>
          </a:p>
          <a:p>
            <a:pPr algn="l">
              <a:lnSpc>
                <a:spcPct val="125000"/>
              </a:lnSpc>
            </a:pPr>
            <a:endParaRPr sz="1500" b="0">
              <a:solidFill>
                <a:srgbClr val="6B728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All four are enforced in our code. merge_into rejects any id that was not in the search results it was just shown.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OUR OPEN-SOURCE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What we changed in the harness.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Per-agent tool 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402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Each agent sends only the tools it needs, not everything registered.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90088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898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Image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98648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A photo of an insect on a plate is the evidence. Sent as inline bytes.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48456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5570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Terminal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557016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@tool(stop=True) ends the run with its own result — no extra model round.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06824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Pause for a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215384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@tool(pause=True) returns the question, then resumes the same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965192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8737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Step labels + RunResult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73752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The UI shows "Looking for similar reports in Mess" instead of a spinner.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71500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88720" y="58978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4 Gemma calls → 2.   34 tests, all on a fake model, so they run with no API key.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What we would do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Institute 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28600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The role picker is a demo stand-in. Real deployment authenticates against the institute.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Object storage for photos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063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Photos are on local disk today. Production would use S3 or Cloud Storage.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WhatsApp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84048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Students already complain in hostel groups. Meet them where they 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Promote the Other bucket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61772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Four students reported laundry issues. Admin can turn a suggestion into a real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github.com/sarthak0707git/shikayat   ·  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700</Words>
  <Application>Microsoft Office PowerPoint</Application>
  <PresentationFormat>Widescreen</PresentationFormat>
  <Paragraphs>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Vedant Zala</cp:lastModifiedBy>
  <cp:revision>2</cp:revision>
  <dcterms:created xsi:type="dcterms:W3CDTF">2013-01-27T09:14:16Z</dcterms:created>
  <dcterms:modified xsi:type="dcterms:W3CDTF">2026-10-10T10:52:59Z</dcterms:modified>
  <cp:category/>
</cp:coreProperties>
</file>