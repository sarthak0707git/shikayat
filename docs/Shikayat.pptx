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6600" b="1">
                <a:solidFill>
                  <a:srgbClr val="111827"/>
                </a:solidFill>
                <a:latin typeface="Arial"/>
              </a:rPr>
              <a:t>Shikayat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9718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6B7280"/>
                </a:solidFill>
                <a:latin typeface="Arial"/>
              </a:rPr>
              <a:t>Campus complaints that count.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93192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11827"/>
                </a:solidFill>
                <a:latin typeface="Arial"/>
              </a:rPr>
              <a:t>A student writes a complaint in English, Hinglish or Hindi. Gemma 4 buckets it,
spots the duplicates, and asks back when it is unsure.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7150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Sarthak Shrivastava  ·  Vedant  ·  Sumagna Das  ·  Devanshu Sabharwal  ·  Neil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OpenLake × MLH Hack Day  ·  IIT Bhilai  ·  10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11827"/>
                </a:solidFill>
                <a:latin typeface="Arial"/>
              </a:rPr>
              <a:t>Complaint portals already exist.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822960" cy="6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11827"/>
                </a:solidFill>
                <a:latin typeface="Arial"/>
              </a:rPr>
              <a:t>They make you fill forms.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6B7280"/>
                </a:solidFill>
                <a:latin typeface="Arial"/>
              </a:rPr>
              <a:t>Dropdowns, required fields, a login. So students stop bothering and complain in the hostel WhatsApp group instead.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28600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11827"/>
                </a:solidFill>
                <a:latin typeface="Arial"/>
              </a:rPr>
              <a:t>And they bury wardens in duplicates.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6B7280"/>
                </a:solidFill>
                <a:latin typeface="Arial"/>
              </a:rPr>
              <a:t>Forty students report the same dead Wi-Fi forty times. Nobody can tell which problem is actually the biggest.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66344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8348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Arial"/>
              </a:rPr>
              <a:t>Nobody counts. So the loudest complaint wins, not the most common 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Arial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11827"/>
                </a:solidFill>
                <a:latin typeface="Arial"/>
              </a:rPr>
              <a:t>One board, ranked by how much it hurts.</a:t>
            </a:r>
          </a:p>
        </p:txBody>
      </p:sp>
      <p:pic>
        <p:nvPicPr>
          <p:cNvPr id="5" name="Picture 4" descr="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28800"/>
            <a:ext cx="6766560" cy="8458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279" y="192024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11827"/>
                </a:solidFill>
                <a:latin typeface="Arial"/>
              </a:rPr>
              <a:t>46 complaints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39 open · 7 escalated</a:t>
            </a:r>
          </a:p>
          <a:p>
            <a:pPr algn="l">
              <a:lnSpc>
                <a:spcPct val="125000"/>
              </a:lnSpc>
            </a:pPr>
            <a:r>
              <a:rPr sz="8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Arial"/>
              </a:rPr>
              <a:t>priority = reports × severity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Computed in code, never by the model. An issue escalates at 5 reports, or instantly if it is a safety risk.</a:t>
            </a:r>
          </a:p>
          <a:p>
            <a:pPr algn="l">
              <a:lnSpc>
                <a:spcPct val="125000"/>
              </a:lnSpc>
            </a:pPr>
            <a:r>
              <a:rPr sz="8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Arial"/>
              </a:rPr>
              <a:t>15 buckets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Each authority — Hostel Office, Mess Committee, IT Cell — sees only its own queue.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Arial"/>
              </a:rPr>
              <a:t>THE PART NOBODY ELSE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11827"/>
                </a:solidFill>
                <a:latin typeface="Arial"/>
              </a:rPr>
              <a:t>Gemma asks back when it is unsure.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822960" cy="6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A vague report would normally be filed and ignored: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697480"/>
            <a:ext cx="493776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92608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7280"/>
                </a:solidFill>
                <a:latin typeface="Arial"/>
              </a:rPr>
              <a:t>Student</a:t>
            </a:r>
          </a:p>
          <a:p>
            <a:pPr algn="l">
              <a:lnSpc>
                <a:spcPct val="120000"/>
              </a:lnSpc>
            </a:pPr>
            <a:r>
              <a:rPr sz="1700" b="0">
                <a:solidFill>
                  <a:srgbClr val="111827"/>
                </a:solidFill>
                <a:latin typeface="Arial"/>
              </a:rPr>
              <a:t>AC se paani tapak raha hai</a:t>
            </a:r>
          </a:p>
          <a:p>
            <a:pPr algn="l">
              <a:lnSpc>
                <a:spcPct val="120000"/>
              </a:lnSpc>
            </a:pPr>
            <a:r>
              <a:rPr sz="7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Gemma</a:t>
            </a:r>
          </a:p>
          <a:p>
            <a:pPr algn="l">
              <a:lnSpc>
                <a:spcPct val="120000"/>
              </a:lnSpc>
            </a:pPr>
            <a:r>
              <a:rPr sz="1700" b="0">
                <a:solidFill>
                  <a:srgbClr val="4F46E5"/>
                </a:solidFill>
                <a:latin typeface="Arial"/>
              </a:rPr>
              <a:t>Kaunse hostel aur kis room mein AC se paani tapak raha hai?</a:t>
            </a:r>
          </a:p>
          <a:p>
            <a:pPr algn="l">
              <a:lnSpc>
                <a:spcPct val="120000"/>
              </a:lnSpc>
            </a:pPr>
            <a:r>
              <a:rPr sz="7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7280"/>
                </a:solidFill>
                <a:latin typeface="Arial"/>
              </a:rPr>
              <a:t>Student</a:t>
            </a:r>
          </a:p>
          <a:p>
            <a:pPr algn="l">
              <a:lnSpc>
                <a:spcPct val="120000"/>
              </a:lnSpc>
            </a:pPr>
            <a:r>
              <a:rPr sz="1700" b="0">
                <a:solidFill>
                  <a:srgbClr val="111827"/>
                </a:solidFill>
                <a:latin typeface="Arial"/>
              </a:rPr>
              <a:t>BH2 E207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94560"/>
            <a:ext cx="5029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11827"/>
                </a:solidFill>
                <a:latin typeface="Arial"/>
              </a:rPr>
              <a:t>It replies in the student's own language.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Hinglish in, Hinglish out. One short question, at most two per report — a limit our code enforces, not a rule we hope the model follows.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111827"/>
                </a:solidFill>
                <a:latin typeface="Arial"/>
              </a:rPr>
              <a:t>It knows what it already has.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Before deciding, it searches the open complaints. Same issue, same place → merged, and the count goes up. Different room → a new complaint.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76072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Filed as #47 in the Hostel Office queue — BH2 (Gopad), room E207.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Arial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11827"/>
                </a:solidFill>
                <a:latin typeface="Arial"/>
              </a:rPr>
              <a:t>How we use Gemma 4.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822960" cy="6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F46E5"/>
                </a:solidFill>
                <a:latin typeface="Arial"/>
              </a:rPr>
              <a:t>gemma-4-26b-a4b-it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through the Gemini API, with the google-genai package. Every call in the project goes through one helper.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2000" b="1">
                <a:solidFill>
                  <a:srgbClr val="111827"/>
                </a:solidFill>
                <a:latin typeface="Arial"/>
              </a:rPr>
              <a:t>Two calls per complaint.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One to pick a bucket and look for duplicates. One to decide: file, merge, ask or reject. The starter's loop would have taken four.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24028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487168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CA3AF"/>
                </a:solidFill>
                <a:latin typeface="Courier New"/>
              </a:rPr>
              <a:t># gemma_client.py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Courier New"/>
              </a:rPr>
              <a:t>client.models.generate_content(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5B4FC"/>
                </a:solidFill>
                <a:latin typeface="Courier New"/>
              </a:rPr>
              <a:t>    model="gemma-4-26b-a4b-it",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Courier New"/>
              </a:rPr>
              <a:t>    contents=contents, config=config)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4114800"/>
            <a:ext cx="5120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Arial"/>
              </a:rPr>
              <a:t>The model never decides: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priority · escalation · complaint ids · how many questions it may ask</a:t>
            </a:r>
          </a:p>
          <a:p>
            <a:pPr algn="l">
              <a:lnSpc>
                <a:spcPct val="125000"/>
              </a:lnSpc>
            </a:pPr>
            <a:r>
              <a:rPr sz="8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All four are enforced in our code. merge_into rejects any id that was not in the search results it was just shown.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Arial"/>
              </a:rPr>
              <a:t>OUR OPEN-SOURCE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11827"/>
                </a:solidFill>
                <a:latin typeface="Arial"/>
              </a:rPr>
              <a:t>What we changed in the harness.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822960" cy="6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50800" cy="4754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40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Arial"/>
              </a:rPr>
              <a:t>Per-agent tool sets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240280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Each agent sends only the tools it needs, not everything registered.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990088"/>
            <a:ext cx="50800" cy="4754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8986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Arial"/>
              </a:rPr>
              <a:t>Image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898648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A photo of an insect on a plate is the evidence. Sent as inline bytes.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648456"/>
            <a:ext cx="50800" cy="4754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55701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Arial"/>
              </a:rPr>
              <a:t>Terminal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557016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@tool(stop=True) ends the run with its own result — no extra model round.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306824"/>
            <a:ext cx="50800" cy="4754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Arial"/>
              </a:rPr>
              <a:t>Pause for a human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215384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@tool(pause=True) returns the question, then resumes the same conversation.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965192"/>
            <a:ext cx="50800" cy="4754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87375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Arial"/>
              </a:rPr>
              <a:t>Step labels + RunResult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873752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The UI shows "Looking for similar reports in Mess" instead of a spinner.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715000"/>
            <a:ext cx="1051560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589788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4 Gemma calls → 2.   34 tests, all on a fake model, so they run with no API key.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Arial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11827"/>
                </a:solidFill>
                <a:latin typeface="Arial"/>
              </a:rPr>
              <a:t>What we would do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822960" cy="6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4F46E5"/>
                </a:solidFill>
                <a:latin typeface="Arial"/>
              </a:rPr>
              <a:t>Institute 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28600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The role picker is a demo stand-in. Real deployment authenticates against the institute.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4F46E5"/>
                </a:solidFill>
                <a:latin typeface="Arial"/>
              </a:rPr>
              <a:t>Object storage for photos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306324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Photos are on local disk today. Production would use S3 or Cloud Storage.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4F46E5"/>
                </a:solidFill>
                <a:latin typeface="Arial"/>
              </a:rPr>
              <a:t>WhatsApp intake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84048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Students already complain in hostel groups. Meet them where they 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617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4F46E5"/>
                </a:solidFill>
                <a:latin typeface="Arial"/>
              </a:rPr>
              <a:t>Promote the Other bucket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461772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Four students reported laundry issues. Admin can turn a suggestion into a real category.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github.com/sarthak0707git/shikayat   ·   MIT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