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40280"/>
            <a:ext cx="1005840" cy="76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514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7600" b="1">
                <a:solidFill>
                  <a:srgbClr val="FFFFFF"/>
                </a:solidFill>
                <a:latin typeface="Arial"/>
              </a:rPr>
              <a:t>Shikayat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>
                <a:solidFill>
                  <a:srgbClr val="C7D2FE"/>
                </a:solidFill>
                <a:latin typeface="Arial"/>
              </a:rPr>
              <a:t>Campus complaints that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52628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A student writes in English, Hinglish or Hindi. Gemma 4 buckets it, spots the duplicates, and asks back when it is unsure.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806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Sarthak Shrivastava · Vedant · Sumagna Das · Devanshu Sabharwal · Neil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OpenLake × MLH Hack Day · IIT Bhilai · 10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11827"/>
                </a:solidFill>
                <a:latin typeface="Arial"/>
              </a:rPr>
              <a:t>Complaint portals already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822960" cy="6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11827"/>
                </a:solidFill>
                <a:latin typeface="Arial"/>
              </a:rPr>
              <a:t>They make you fill forms.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Dropdowns, required fields, a login. So students give up and complain in the hostel WhatsApp group instead.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4028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11827"/>
                </a:solidFill>
                <a:latin typeface="Arial"/>
              </a:rPr>
              <a:t>They bury wardens in duplicates.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Forty students report the same dead Wi-Fi forty times. Nobody can tell which problem is actually the biggest.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09160"/>
            <a:ext cx="10515600" cy="10515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95604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Nobody counts. So the loudest complaint wins, not the most common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Shikayat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One board, ranked by how much it hurts.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27632"/>
            <a:ext cx="6986016" cy="4956048"/>
          </a:xfrm>
          <a:prstGeom prst="roundRect">
            <a:avLst>
              <a:gd name="adj" fmla="val 6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766560" cy="4736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111827"/>
                </a:solidFill>
                <a:latin typeface="Arial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957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complaints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4F46E5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3957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escalated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4F46E5"/>
                </a:solidFill>
                <a:latin typeface="Arial"/>
              </a:rPr>
              <a:t>priority = reports × severity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Computed in code, never by the model. An issue escalates at five reports, or at once if it is a safety risk.</a:t>
            </a:r>
          </a:p>
          <a:p>
            <a:pPr algn="l">
              <a:lnSpc>
                <a:spcPct val="130000"/>
              </a:lnSpc>
            </a:pPr>
            <a:r>
              <a:rPr sz="7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4F46E5"/>
                </a:solidFill>
                <a:latin typeface="Arial"/>
              </a:rPr>
              <a:t>15 buckets, 7 authorities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Hostel Office, Mess Committee, IT Cell and the rest each see only their own queue.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Shikayat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THE PART NOBODY ELSE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11827"/>
                </a:solidFill>
                <a:latin typeface="Arial"/>
              </a:rPr>
              <a:t>Gemma asks back when it is unsure.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822960" cy="6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Arial"/>
              </a:rPr>
              <a:t>Student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827"/>
                </a:solidFill>
                <a:latin typeface="Arial"/>
              </a:rPr>
              <a:t>AC se paani tapak raha hai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Gemma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4F46E5"/>
                </a:solidFill>
                <a:latin typeface="Arial"/>
              </a:rPr>
              <a:t>Kaunse hostel aur kis room mein?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6B7280"/>
                </a:solidFill>
                <a:latin typeface="Arial"/>
              </a:rPr>
              <a:t>Student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827"/>
                </a:solidFill>
                <a:latin typeface="Arial"/>
              </a:rPr>
              <a:t>BH2 E207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7280"/>
                </a:solidFill>
                <a:latin typeface="Arial"/>
              </a:rPr>
              <a:t>Filed #47 · Hostel Office · BH2 (Gopad) E207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Arial"/>
              </a:rPr>
              <a:t>In the student's own language.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Hinglish in, Hinglish out. One short question, at most two per report — a limit our code enforces, not a rule we hope the model follows.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Arial"/>
              </a:rPr>
              <a:t>It knows what it already has.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Same issue, same place → merged, and the count goes up. A different room → a new complaint. A hostel that does not exist → it 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Shikayat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11827"/>
                </a:solidFill>
                <a:latin typeface="Arial"/>
              </a:rPr>
              <a:t>How we use Gemma 4.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822960" cy="6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>
                <a:solidFill>
                  <a:srgbClr val="4F46E5"/>
                </a:solidFill>
                <a:latin typeface="Arial"/>
              </a:rPr>
              <a:t>gemma-4-26b-a4b-it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through the Gemini API, with google-genai. Every call in the project goes through one helper.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111827"/>
                </a:solidFill>
                <a:latin typeface="Arial"/>
              </a:rPr>
              <a:t>Two calls per complaint.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One to pick a bucket and look for duplicates. One to decide: file, merge, ask or reject. The starter's loop needed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4028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450592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Courier New"/>
              </a:rPr>
              <a:t># gemma_client.py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ourier New"/>
              </a:rPr>
              <a:t>client.models.generate_content(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A5B4FC"/>
                </a:solidFill>
                <a:latin typeface="Courier New"/>
              </a:rPr>
              <a:t>    model="gemma-4-26b-a4b-it",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ourier New"/>
              </a:rPr>
              <a:t>    contents=contents, config=config)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977639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11827"/>
                </a:solidFill>
                <a:latin typeface="Arial"/>
              </a:rPr>
              <a:t>The model never decides: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F46E5"/>
                </a:solidFill>
                <a:latin typeface="Arial"/>
              </a:rPr>
              <a:t>priority · escalation · complaint ids · how many questions it may ask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All four are enforced in our code. merge_into rejects any id that was not in the search results it was just shown.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Shikayat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OUR OPEN-SOURCE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11827"/>
                </a:solidFill>
                <a:latin typeface="Arial"/>
              </a:rPr>
              <a:t>What we changed in the harness.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822960" cy="6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9424"/>
            <a:ext cx="508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Arial"/>
              </a:rPr>
              <a:t>Per-agent tool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Each agent sends only the tools it needs.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52928"/>
            <a:ext cx="508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980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Arial"/>
              </a:rPr>
              <a:t>Image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9806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A photo is evidence. Sent as inline bytes.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56432"/>
            <a:ext cx="508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01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Arial"/>
              </a:rPr>
              <a:t>Terminal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@tool(stop=True) ends the run with its own result.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59936"/>
            <a:ext cx="508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050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Arial"/>
              </a:rPr>
              <a:t>Pause for a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050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@tool(pause=True) asks, then resumes the same conversation.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63440"/>
            <a:ext cx="5080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6085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Arial"/>
              </a:rPr>
              <a:t>Step labels + RunResult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0857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The UI shows "Looking for similar reports in Mess".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440680"/>
            <a:ext cx="10515600" cy="9144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65099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4 Gemma calls → 2.    36 tests, all on a fake model, so they run with no API key.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Shikayat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Arial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11827"/>
                </a:solidFill>
                <a:latin typeface="Arial"/>
              </a:rPr>
              <a:t>What we would do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822960" cy="6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F46E5"/>
                </a:solidFill>
                <a:latin typeface="Arial"/>
              </a:rPr>
              <a:t>Institute 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The role picker is a demo stand-in.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358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F46E5"/>
                </a:solidFill>
                <a:latin typeface="Arial"/>
              </a:rPr>
              <a:t>Object storage for photos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3580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Local disk today; S3 or Cloud Storage in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8561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F46E5"/>
                </a:solidFill>
                <a:latin typeface="Arial"/>
              </a:rPr>
              <a:t>WhatsApp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8561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Students already complain in hostel groups. Meet them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354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4F46E5"/>
                </a:solidFill>
                <a:latin typeface="Arial"/>
              </a:rPr>
              <a:t>Promote the Other bucket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35424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Four laundry reports. Admin turns a suggestion into a category.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github.com/sarthak0707git/shikayat   ·   MIT   ·   built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Shikayat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